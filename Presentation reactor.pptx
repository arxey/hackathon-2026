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6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8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A2F-1D63-4A4A-A64E-DB14DB0E0F92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E8F0-76AE-401D-91B5-DD3FF173C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888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A2F-1D63-4A4A-A64E-DB14DB0E0F92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E8F0-76AE-401D-91B5-DD3FF173C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66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A2F-1D63-4A4A-A64E-DB14DB0E0F92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E8F0-76AE-401D-91B5-DD3FF173C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598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A2F-1D63-4A4A-A64E-DB14DB0E0F92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E8F0-76AE-401D-91B5-DD3FF173C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58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A2F-1D63-4A4A-A64E-DB14DB0E0F92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E8F0-76AE-401D-91B5-DD3FF173C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35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A2F-1D63-4A4A-A64E-DB14DB0E0F92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E8F0-76AE-401D-91B5-DD3FF173C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44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A2F-1D63-4A4A-A64E-DB14DB0E0F92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E8F0-76AE-401D-91B5-DD3FF173C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115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A2F-1D63-4A4A-A64E-DB14DB0E0F92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E8F0-76AE-401D-91B5-DD3FF173C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55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A2F-1D63-4A4A-A64E-DB14DB0E0F92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E8F0-76AE-401D-91B5-DD3FF173C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6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A2F-1D63-4A4A-A64E-DB14DB0E0F92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E8F0-76AE-401D-91B5-DD3FF173C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26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3A2F-1D63-4A4A-A64E-DB14DB0E0F92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EE8F0-76AE-401D-91B5-DD3FF173C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290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43A2F-1D63-4A4A-A64E-DB14DB0E0F92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EE8F0-76AE-401D-91B5-DD3FF173C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0343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latin typeface="Comic Sans MS" panose="030F0702030302020204" pitchFamily="66" charset="0"/>
              </a:rPr>
              <a:t>Система управления ядерным реактором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970142" y="5227606"/>
            <a:ext cx="3447691" cy="1237891"/>
          </a:xfrm>
        </p:spPr>
        <p:txBody>
          <a:bodyPr>
            <a:normAutofit fontScale="92500"/>
          </a:bodyPr>
          <a:lstStyle/>
          <a:p>
            <a:r>
              <a:rPr lang="ru-RU" dirty="0" smtClean="0">
                <a:latin typeface="Comic Sans MS" panose="030F0702030302020204" pitchFamily="66" charset="0"/>
              </a:rPr>
              <a:t>Оператор ядерного реактора</a:t>
            </a:r>
            <a:r>
              <a:rPr lang="en-US" dirty="0">
                <a:latin typeface="Comic Sans MS" panose="030F0702030302020204" pitchFamily="66" charset="0"/>
              </a:rPr>
              <a:t>: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ru-RU" dirty="0" smtClean="0">
                <a:latin typeface="Comic Sans MS" panose="030F0702030302020204" pitchFamily="66" charset="0"/>
              </a:rPr>
              <a:t>Команда «</a:t>
            </a:r>
            <a:r>
              <a:rPr lang="en-US" dirty="0" err="1" smtClean="0">
                <a:latin typeface="Comic Sans MS" panose="030F0702030302020204" pitchFamily="66" charset="0"/>
              </a:rPr>
              <a:t>sh</a:t>
            </a:r>
            <a:r>
              <a:rPr lang="ru-RU" dirty="0" err="1" smtClean="0">
                <a:latin typeface="Comic Sans MS" panose="030F0702030302020204" pitchFamily="66" charset="0"/>
              </a:rPr>
              <a:t>КОДники</a:t>
            </a:r>
            <a:r>
              <a:rPr lang="ru-RU" dirty="0" smtClean="0">
                <a:latin typeface="Comic Sans MS" panose="030F0702030302020204" pitchFamily="66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4551721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База на Луне. Сейчас или никогд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080" y="352697"/>
            <a:ext cx="4846320" cy="3357154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Обитаемая база на Марсе к 2023 году - Звёздная Мисси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03" y="91440"/>
            <a:ext cx="7524206" cy="6533104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Звёздный корабль «Фьюри» вращается вокруг Юпитера: стоковая иллюстрация,  2645281059 | Shutterstock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00"/>
          <a:stretch/>
        </p:blipFill>
        <p:spPr bwMode="auto">
          <a:xfrm>
            <a:off x="7624726" y="3866606"/>
            <a:ext cx="4723657" cy="2757938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2591" y="352697"/>
            <a:ext cx="2969250" cy="14773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>
                <a:latin typeface="Comic Sans MS" panose="030F0702030302020204" pitchFamily="66" charset="0"/>
              </a:rPr>
              <a:t>2157 год. Человечество колонизировало Марс</a:t>
            </a:r>
            <a:r>
              <a:rPr lang="en-US" dirty="0" smtClean="0">
                <a:latin typeface="Comic Sans MS" panose="030F0702030302020204" pitchFamily="66" charset="0"/>
              </a:rPr>
              <a:t>, </a:t>
            </a:r>
            <a:r>
              <a:rPr lang="ru-RU" dirty="0" smtClean="0">
                <a:latin typeface="Comic Sans MS" panose="030F0702030302020204" pitchFamily="66" charset="0"/>
              </a:rPr>
              <a:t>построило базы на луне и готовится к полету к спутникам Юпитера</a:t>
            </a:r>
            <a:endParaRPr lang="ru-RU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3911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Компактный ядерный реактор для космических колоний | Пикабу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50" y="142919"/>
            <a:ext cx="6119282" cy="4076384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olls-Royce разрабатывает компактный ядерный реактор для космических  исследований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797" y="116793"/>
            <a:ext cx="5627575" cy="3775166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В России создан компактный автономный ядерный реактор для применения в  экстремальных условиях Арктики | ТЕХНОЛОГИИ, ИНЖИНИРИНГ, ИННОВАЦИИ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183" y="4071357"/>
            <a:ext cx="5373189" cy="2603763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88547" y="4794008"/>
            <a:ext cx="5801087" cy="923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>
                <a:latin typeface="Comic Sans MS" panose="030F0702030302020204" pitchFamily="66" charset="0"/>
              </a:rPr>
              <a:t>Все это стало возможным благодаря ядерным реакторам нового поколения – компактным, мощным, но очень капризным.</a:t>
            </a:r>
            <a:endParaRPr lang="ru-RU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0241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39042"/>
            <a:ext cx="5159828" cy="5159828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7119258" y="5538591"/>
            <a:ext cx="4898570" cy="923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ru-RU" dirty="0" smtClean="0">
                <a:latin typeface="Comic Sans MS" panose="030F0702030302020204" pitchFamily="66" charset="0"/>
              </a:rPr>
              <a:t>Лунная база «Новый мир» – дом для колонистов. Вся их инфраструктура напрямую зависит от ядерного реактора</a:t>
            </a:r>
            <a:endParaRPr lang="ru-RU" dirty="0">
              <a:latin typeface="Comic Sans MS" panose="030F0702030302020204" pitchFamily="66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" y="139042"/>
            <a:ext cx="6607629" cy="3572869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" y="3941682"/>
            <a:ext cx="6607629" cy="2714376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26675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130566"/>
            <a:ext cx="5682342" cy="6426927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381545" y="5760659"/>
            <a:ext cx="5206635" cy="64633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>
                <a:latin typeface="Comic Sans MS" panose="030F0702030302020204" pitchFamily="66" charset="0"/>
              </a:rPr>
              <a:t>Три дня назад система автоматики дала сбой. Реактор вошел в нестабильный режим.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8" name="Пятно 2 7"/>
          <p:cNvSpPr/>
          <p:nvPr/>
        </p:nvSpPr>
        <p:spPr>
          <a:xfrm rot="20341904">
            <a:off x="3625035" y="579440"/>
            <a:ext cx="2258603" cy="1410150"/>
          </a:xfrm>
          <a:prstGeom prst="irregularSeal2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ru-RU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*</a:t>
            </a:r>
            <a:r>
              <a:rPr lang="ru-RU" dirty="0" err="1" smtClean="0">
                <a:solidFill>
                  <a:schemeClr val="bg1"/>
                </a:solidFill>
                <a:latin typeface="Comic Sans MS" panose="030F0702030302020204" pitchFamily="66" charset="0"/>
              </a:rPr>
              <a:t>пип</a:t>
            </a:r>
            <a:r>
              <a:rPr lang="ru-RU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*</a:t>
            </a:r>
            <a:r>
              <a:rPr lang="ru-RU" dirty="0" err="1" smtClean="0">
                <a:solidFill>
                  <a:schemeClr val="bg1"/>
                </a:solidFill>
                <a:latin typeface="Comic Sans MS" panose="030F0702030302020204" pitchFamily="66" charset="0"/>
              </a:rPr>
              <a:t>пип</a:t>
            </a:r>
            <a:r>
              <a:rPr lang="ru-RU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*</a:t>
            </a:r>
            <a:endParaRPr lang="ru-RU" dirty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algn="ctr"/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166" y="130565"/>
            <a:ext cx="5963224" cy="6426927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7295636" y="248075"/>
            <a:ext cx="4441371" cy="9233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ru-RU" dirty="0" smtClean="0">
                <a:latin typeface="Comic Sans MS" panose="030F0702030302020204" pitchFamily="66" charset="0"/>
              </a:rPr>
              <a:t>Местный инженер-ядерщик сломал ногу и не может добраться до пульта управления</a:t>
            </a:r>
            <a:endParaRPr lang="ru-RU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167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1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3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60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05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22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02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0927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</TotalTime>
  <Words>91</Words>
  <Application>Microsoft Office PowerPoint</Application>
  <PresentationFormat>Широкоэкранный</PresentationFormat>
  <Paragraphs>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Office Theme</vt:lpstr>
      <vt:lpstr>Система управления ядерным реактором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IT-STUDENT</dc:creator>
  <cp:lastModifiedBy>IT-STUDENT</cp:lastModifiedBy>
  <cp:revision>12</cp:revision>
  <dcterms:created xsi:type="dcterms:W3CDTF">2026-04-22T08:53:22Z</dcterms:created>
  <dcterms:modified xsi:type="dcterms:W3CDTF">2026-04-22T10:44:59Z</dcterms:modified>
</cp:coreProperties>
</file>